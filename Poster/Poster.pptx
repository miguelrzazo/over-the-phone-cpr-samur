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</p:sldIdLst>
  <p:sldSz cy="51120675" cx="30600650"/>
  <p:notesSz cx="6858000" cy="9144000"/>
  <p:embeddedFontLst>
    <p:embeddedFont>
      <p:font typeface="Alegreya Sans"/>
      <p:regular r:id="rId7"/>
      <p:bold r:id="rId8"/>
      <p:italic r:id="rId9"/>
      <p:boldItalic r:id="rId10"/>
    </p:embeddedFont>
    <p:embeddedFont>
      <p:font typeface="Alegreya Sans Medium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101">
          <p15:clr>
            <a:srgbClr val="747775"/>
          </p15:clr>
        </p15:guide>
        <p15:guide id="2" pos="9638">
          <p15:clr>
            <a:srgbClr val="747775"/>
          </p15:clr>
        </p15:guide>
      </p15:sldGuideLst>
    </p:ext>
    <p:ext uri="GoogleSlidesCustomDataVersion2">
      <go:slidesCustomData xmlns:go="http://customooxmlschemas.google.com/" r:id="rId15" roundtripDataSignature="AMtx7mhfBtc86lIk8/c6I3VyC0u2Q6Umc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101" orient="horz"/>
        <p:guide pos="963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AlegreyaSansMedium-regular.fntdata"/><Relationship Id="rId10" Type="http://schemas.openxmlformats.org/officeDocument/2006/relationships/font" Target="fonts/AlegreyaSans-boldItalic.fntdata"/><Relationship Id="rId13" Type="http://schemas.openxmlformats.org/officeDocument/2006/relationships/font" Target="fonts/AlegreyaSansMedium-italic.fntdata"/><Relationship Id="rId12" Type="http://schemas.openxmlformats.org/officeDocument/2006/relationships/font" Target="fonts/AlegreyaSansMedium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AlegreyaSans-italic.fntdata"/><Relationship Id="rId15" Type="http://customschemas.google.com/relationships/presentationmetadata" Target="metadata"/><Relationship Id="rId14" Type="http://schemas.openxmlformats.org/officeDocument/2006/relationships/font" Target="fonts/AlegreyaSansMedium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AlegreyaSans-regular.fntdata"/><Relationship Id="rId8" Type="http://schemas.openxmlformats.org/officeDocument/2006/relationships/font" Target="fonts/AlegreyaSans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ctrTitle"/>
          </p:nvPr>
        </p:nvSpPr>
        <p:spPr>
          <a:xfrm>
            <a:off x="2295049" y="8366282"/>
            <a:ext cx="26010553" cy="1779757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82"/>
              <a:buFont typeface="Calibri"/>
              <a:buNone/>
              <a:defRPr sz="20082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3825081" y="26850202"/>
            <a:ext cx="22950488" cy="12342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3347"/>
              </a:spcBef>
              <a:spcAft>
                <a:spcPts val="0"/>
              </a:spcAft>
              <a:buClr>
                <a:schemeClr val="dk1"/>
              </a:buClr>
              <a:buSzPts val="8033"/>
              <a:buNone/>
              <a:defRPr sz="8033"/>
            </a:lvl1pPr>
            <a:lvl2pPr lvl="1" algn="ctr">
              <a:lnSpc>
                <a:spcPct val="90000"/>
              </a:lnSpc>
              <a:spcBef>
                <a:spcPts val="1673"/>
              </a:spcBef>
              <a:spcAft>
                <a:spcPts val="0"/>
              </a:spcAft>
              <a:buClr>
                <a:schemeClr val="dk1"/>
              </a:buClr>
              <a:buSzPts val="6694"/>
              <a:buNone/>
              <a:defRPr sz="6694"/>
            </a:lvl2pPr>
            <a:lvl3pPr lvl="2" algn="ctr">
              <a:lnSpc>
                <a:spcPct val="90000"/>
              </a:lnSpc>
              <a:spcBef>
                <a:spcPts val="1673"/>
              </a:spcBef>
              <a:spcAft>
                <a:spcPts val="0"/>
              </a:spcAft>
              <a:buClr>
                <a:schemeClr val="dk1"/>
              </a:buClr>
              <a:buSzPts val="6025"/>
              <a:buNone/>
              <a:defRPr sz="6025"/>
            </a:lvl3pPr>
            <a:lvl4pPr lvl="3" algn="ctr">
              <a:lnSpc>
                <a:spcPct val="90000"/>
              </a:lnSpc>
              <a:spcBef>
                <a:spcPts val="1673"/>
              </a:spcBef>
              <a:spcAft>
                <a:spcPts val="0"/>
              </a:spcAft>
              <a:buClr>
                <a:schemeClr val="dk1"/>
              </a:buClr>
              <a:buSzPts val="5355"/>
              <a:buNone/>
              <a:defRPr sz="5355"/>
            </a:lvl4pPr>
            <a:lvl5pPr lvl="4" algn="ctr">
              <a:lnSpc>
                <a:spcPct val="90000"/>
              </a:lnSpc>
              <a:spcBef>
                <a:spcPts val="1673"/>
              </a:spcBef>
              <a:spcAft>
                <a:spcPts val="0"/>
              </a:spcAft>
              <a:buClr>
                <a:schemeClr val="dk1"/>
              </a:buClr>
              <a:buSzPts val="5355"/>
              <a:buNone/>
              <a:defRPr sz="5355"/>
            </a:lvl5pPr>
            <a:lvl6pPr lvl="5" algn="ctr">
              <a:lnSpc>
                <a:spcPct val="90000"/>
              </a:lnSpc>
              <a:spcBef>
                <a:spcPts val="1673"/>
              </a:spcBef>
              <a:spcAft>
                <a:spcPts val="0"/>
              </a:spcAft>
              <a:buClr>
                <a:schemeClr val="dk1"/>
              </a:buClr>
              <a:buSzPts val="5355"/>
              <a:buNone/>
              <a:defRPr sz="5355"/>
            </a:lvl6pPr>
            <a:lvl7pPr lvl="6" algn="ctr">
              <a:lnSpc>
                <a:spcPct val="90000"/>
              </a:lnSpc>
              <a:spcBef>
                <a:spcPts val="1673"/>
              </a:spcBef>
              <a:spcAft>
                <a:spcPts val="0"/>
              </a:spcAft>
              <a:buClr>
                <a:schemeClr val="dk1"/>
              </a:buClr>
              <a:buSzPts val="5355"/>
              <a:buNone/>
              <a:defRPr sz="5355"/>
            </a:lvl7pPr>
            <a:lvl8pPr lvl="7" algn="ctr">
              <a:lnSpc>
                <a:spcPct val="90000"/>
              </a:lnSpc>
              <a:spcBef>
                <a:spcPts val="1673"/>
              </a:spcBef>
              <a:spcAft>
                <a:spcPts val="0"/>
              </a:spcAft>
              <a:buClr>
                <a:schemeClr val="dk1"/>
              </a:buClr>
              <a:buSzPts val="5355"/>
              <a:buNone/>
              <a:defRPr sz="5355"/>
            </a:lvl8pPr>
            <a:lvl9pPr lvl="8" algn="ctr">
              <a:lnSpc>
                <a:spcPct val="90000"/>
              </a:lnSpc>
              <a:spcBef>
                <a:spcPts val="1673"/>
              </a:spcBef>
              <a:spcAft>
                <a:spcPts val="0"/>
              </a:spcAft>
              <a:buClr>
                <a:schemeClr val="dk1"/>
              </a:buClr>
              <a:buSzPts val="5355"/>
              <a:buNone/>
              <a:defRPr sz="5355"/>
            </a:lvl9pPr>
          </a:lstStyle>
          <a:p/>
        </p:txBody>
      </p:sp>
      <p:sp>
        <p:nvSpPr>
          <p:cNvPr id="14" name="Google Shape;14;p3"/>
          <p:cNvSpPr txBox="1"/>
          <p:nvPr>
            <p:ph idx="10" type="dt"/>
          </p:nvPr>
        </p:nvSpPr>
        <p:spPr>
          <a:xfrm>
            <a:off x="2103795" y="47381308"/>
            <a:ext cx="6885146" cy="27217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1" type="ftr"/>
          </p:nvPr>
        </p:nvSpPr>
        <p:spPr>
          <a:xfrm>
            <a:off x="10136466" y="47381308"/>
            <a:ext cx="10327719" cy="27217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21611709" y="47381308"/>
            <a:ext cx="6885146" cy="27217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2103795" y="2721713"/>
            <a:ext cx="26393061" cy="98809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2103795" y="13608513"/>
            <a:ext cx="26393061" cy="324355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334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67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67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67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67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67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67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67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67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0" type="dt"/>
          </p:nvPr>
        </p:nvSpPr>
        <p:spPr>
          <a:xfrm>
            <a:off x="2103795" y="47381308"/>
            <a:ext cx="6885146" cy="27217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1" type="ftr"/>
          </p:nvPr>
        </p:nvSpPr>
        <p:spPr>
          <a:xfrm>
            <a:off x="10136466" y="47381308"/>
            <a:ext cx="10327719" cy="27217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21611709" y="47381308"/>
            <a:ext cx="6885146" cy="27217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2087862" y="12744678"/>
            <a:ext cx="26393061" cy="2126477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82"/>
              <a:buFont typeface="Calibri"/>
              <a:buNone/>
              <a:defRPr sz="20082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2087862" y="34210631"/>
            <a:ext cx="26393061" cy="111826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3347"/>
              </a:spcBef>
              <a:spcAft>
                <a:spcPts val="0"/>
              </a:spcAft>
              <a:buClr>
                <a:schemeClr val="dk1"/>
              </a:buClr>
              <a:buSzPts val="8033"/>
              <a:buNone/>
              <a:defRPr sz="8033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673"/>
              </a:spcBef>
              <a:spcAft>
                <a:spcPts val="0"/>
              </a:spcAft>
              <a:buClr>
                <a:srgbClr val="888888"/>
              </a:buClr>
              <a:buSzPts val="6694"/>
              <a:buNone/>
              <a:defRPr sz="6694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673"/>
              </a:spcBef>
              <a:spcAft>
                <a:spcPts val="0"/>
              </a:spcAft>
              <a:buClr>
                <a:srgbClr val="888888"/>
              </a:buClr>
              <a:buSzPts val="6025"/>
              <a:buNone/>
              <a:defRPr sz="6025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673"/>
              </a:spcBef>
              <a:spcAft>
                <a:spcPts val="0"/>
              </a:spcAft>
              <a:buClr>
                <a:srgbClr val="888888"/>
              </a:buClr>
              <a:buSzPts val="5355"/>
              <a:buNone/>
              <a:defRPr sz="5355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673"/>
              </a:spcBef>
              <a:spcAft>
                <a:spcPts val="0"/>
              </a:spcAft>
              <a:buClr>
                <a:srgbClr val="888888"/>
              </a:buClr>
              <a:buSzPts val="5355"/>
              <a:buNone/>
              <a:defRPr sz="5355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673"/>
              </a:spcBef>
              <a:spcAft>
                <a:spcPts val="0"/>
              </a:spcAft>
              <a:buClr>
                <a:srgbClr val="888888"/>
              </a:buClr>
              <a:buSzPts val="5355"/>
              <a:buNone/>
              <a:defRPr sz="5355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1673"/>
              </a:spcBef>
              <a:spcAft>
                <a:spcPts val="0"/>
              </a:spcAft>
              <a:buClr>
                <a:srgbClr val="888888"/>
              </a:buClr>
              <a:buSzPts val="5355"/>
              <a:buNone/>
              <a:defRPr sz="5355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1673"/>
              </a:spcBef>
              <a:spcAft>
                <a:spcPts val="0"/>
              </a:spcAft>
              <a:buClr>
                <a:srgbClr val="888888"/>
              </a:buClr>
              <a:buSzPts val="5355"/>
              <a:buNone/>
              <a:defRPr sz="5355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1673"/>
              </a:spcBef>
              <a:spcAft>
                <a:spcPts val="0"/>
              </a:spcAft>
              <a:buClr>
                <a:srgbClr val="888888"/>
              </a:buClr>
              <a:buSzPts val="5355"/>
              <a:buNone/>
              <a:defRPr sz="5355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idx="10" type="dt"/>
          </p:nvPr>
        </p:nvSpPr>
        <p:spPr>
          <a:xfrm>
            <a:off x="2103795" y="47381308"/>
            <a:ext cx="6885146" cy="27217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1" type="ftr"/>
          </p:nvPr>
        </p:nvSpPr>
        <p:spPr>
          <a:xfrm>
            <a:off x="10136466" y="47381308"/>
            <a:ext cx="10327719" cy="27217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21611709" y="47381308"/>
            <a:ext cx="6885146" cy="27217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2103795" y="2721713"/>
            <a:ext cx="26393061" cy="98809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" type="body"/>
          </p:nvPr>
        </p:nvSpPr>
        <p:spPr>
          <a:xfrm>
            <a:off x="2103795" y="13608513"/>
            <a:ext cx="13005276" cy="324355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334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67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67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67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67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67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67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67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67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2" type="body"/>
          </p:nvPr>
        </p:nvSpPr>
        <p:spPr>
          <a:xfrm>
            <a:off x="15491579" y="13608513"/>
            <a:ext cx="13005276" cy="324355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334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67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67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67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67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67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67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67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67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0" type="dt"/>
          </p:nvPr>
        </p:nvSpPr>
        <p:spPr>
          <a:xfrm>
            <a:off x="2103795" y="47381308"/>
            <a:ext cx="6885146" cy="27217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1" type="ftr"/>
          </p:nvPr>
        </p:nvSpPr>
        <p:spPr>
          <a:xfrm>
            <a:off x="10136466" y="47381308"/>
            <a:ext cx="10327719" cy="27217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21611709" y="47381308"/>
            <a:ext cx="6885146" cy="27217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>
            <p:ph type="title"/>
          </p:nvPr>
        </p:nvSpPr>
        <p:spPr>
          <a:xfrm>
            <a:off x="2107781" y="2721713"/>
            <a:ext cx="26393061" cy="98809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" type="body"/>
          </p:nvPr>
        </p:nvSpPr>
        <p:spPr>
          <a:xfrm>
            <a:off x="2107788" y="12531683"/>
            <a:ext cx="12945507" cy="61415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3347"/>
              </a:spcBef>
              <a:spcAft>
                <a:spcPts val="0"/>
              </a:spcAft>
              <a:buClr>
                <a:schemeClr val="dk1"/>
              </a:buClr>
              <a:buSzPts val="8033"/>
              <a:buNone/>
              <a:defRPr b="1" sz="8033"/>
            </a:lvl1pPr>
            <a:lvl2pPr indent="-228600" lvl="1" marL="914400" algn="l">
              <a:lnSpc>
                <a:spcPct val="90000"/>
              </a:lnSpc>
              <a:spcBef>
                <a:spcPts val="1673"/>
              </a:spcBef>
              <a:spcAft>
                <a:spcPts val="0"/>
              </a:spcAft>
              <a:buClr>
                <a:schemeClr val="dk1"/>
              </a:buClr>
              <a:buSzPts val="6694"/>
              <a:buNone/>
              <a:defRPr b="1" sz="6694"/>
            </a:lvl2pPr>
            <a:lvl3pPr indent="-228600" lvl="2" marL="1371600" algn="l">
              <a:lnSpc>
                <a:spcPct val="90000"/>
              </a:lnSpc>
              <a:spcBef>
                <a:spcPts val="1673"/>
              </a:spcBef>
              <a:spcAft>
                <a:spcPts val="0"/>
              </a:spcAft>
              <a:buClr>
                <a:schemeClr val="dk1"/>
              </a:buClr>
              <a:buSzPts val="6025"/>
              <a:buNone/>
              <a:defRPr b="1" sz="6025"/>
            </a:lvl3pPr>
            <a:lvl4pPr indent="-228600" lvl="3" marL="1828800" algn="l">
              <a:lnSpc>
                <a:spcPct val="90000"/>
              </a:lnSpc>
              <a:spcBef>
                <a:spcPts val="1673"/>
              </a:spcBef>
              <a:spcAft>
                <a:spcPts val="0"/>
              </a:spcAft>
              <a:buClr>
                <a:schemeClr val="dk1"/>
              </a:buClr>
              <a:buSzPts val="5355"/>
              <a:buNone/>
              <a:defRPr b="1" sz="5355"/>
            </a:lvl4pPr>
            <a:lvl5pPr indent="-228600" lvl="4" marL="2286000" algn="l">
              <a:lnSpc>
                <a:spcPct val="90000"/>
              </a:lnSpc>
              <a:spcBef>
                <a:spcPts val="1673"/>
              </a:spcBef>
              <a:spcAft>
                <a:spcPts val="0"/>
              </a:spcAft>
              <a:buClr>
                <a:schemeClr val="dk1"/>
              </a:buClr>
              <a:buSzPts val="5355"/>
              <a:buNone/>
              <a:defRPr b="1" sz="5355"/>
            </a:lvl5pPr>
            <a:lvl6pPr indent="-228600" lvl="5" marL="2743200" algn="l">
              <a:lnSpc>
                <a:spcPct val="90000"/>
              </a:lnSpc>
              <a:spcBef>
                <a:spcPts val="1673"/>
              </a:spcBef>
              <a:spcAft>
                <a:spcPts val="0"/>
              </a:spcAft>
              <a:buClr>
                <a:schemeClr val="dk1"/>
              </a:buClr>
              <a:buSzPts val="5355"/>
              <a:buNone/>
              <a:defRPr b="1" sz="5355"/>
            </a:lvl6pPr>
            <a:lvl7pPr indent="-228600" lvl="6" marL="3200400" algn="l">
              <a:lnSpc>
                <a:spcPct val="90000"/>
              </a:lnSpc>
              <a:spcBef>
                <a:spcPts val="1673"/>
              </a:spcBef>
              <a:spcAft>
                <a:spcPts val="0"/>
              </a:spcAft>
              <a:buClr>
                <a:schemeClr val="dk1"/>
              </a:buClr>
              <a:buSzPts val="5355"/>
              <a:buNone/>
              <a:defRPr b="1" sz="5355"/>
            </a:lvl7pPr>
            <a:lvl8pPr indent="-228600" lvl="7" marL="3657600" algn="l">
              <a:lnSpc>
                <a:spcPct val="90000"/>
              </a:lnSpc>
              <a:spcBef>
                <a:spcPts val="1673"/>
              </a:spcBef>
              <a:spcAft>
                <a:spcPts val="0"/>
              </a:spcAft>
              <a:buClr>
                <a:schemeClr val="dk1"/>
              </a:buClr>
              <a:buSzPts val="5355"/>
              <a:buNone/>
              <a:defRPr b="1" sz="5355"/>
            </a:lvl8pPr>
            <a:lvl9pPr indent="-228600" lvl="8" marL="4114800" algn="l">
              <a:lnSpc>
                <a:spcPct val="90000"/>
              </a:lnSpc>
              <a:spcBef>
                <a:spcPts val="1673"/>
              </a:spcBef>
              <a:spcAft>
                <a:spcPts val="0"/>
              </a:spcAft>
              <a:buClr>
                <a:schemeClr val="dk1"/>
              </a:buClr>
              <a:buSzPts val="5355"/>
              <a:buNone/>
              <a:defRPr b="1" sz="5355"/>
            </a:lvl9pPr>
          </a:lstStyle>
          <a:p/>
        </p:txBody>
      </p:sp>
      <p:sp>
        <p:nvSpPr>
          <p:cNvPr id="39" name="Google Shape;39;p7"/>
          <p:cNvSpPr txBox="1"/>
          <p:nvPr>
            <p:ph idx="2" type="body"/>
          </p:nvPr>
        </p:nvSpPr>
        <p:spPr>
          <a:xfrm>
            <a:off x="2107788" y="18673243"/>
            <a:ext cx="12945507" cy="27465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334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67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67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67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67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67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67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67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67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3" type="body"/>
          </p:nvPr>
        </p:nvSpPr>
        <p:spPr>
          <a:xfrm>
            <a:off x="15491581" y="12531683"/>
            <a:ext cx="13009262" cy="61415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3347"/>
              </a:spcBef>
              <a:spcAft>
                <a:spcPts val="0"/>
              </a:spcAft>
              <a:buClr>
                <a:schemeClr val="dk1"/>
              </a:buClr>
              <a:buSzPts val="8033"/>
              <a:buNone/>
              <a:defRPr b="1" sz="8033"/>
            </a:lvl1pPr>
            <a:lvl2pPr indent="-228600" lvl="1" marL="914400" algn="l">
              <a:lnSpc>
                <a:spcPct val="90000"/>
              </a:lnSpc>
              <a:spcBef>
                <a:spcPts val="1673"/>
              </a:spcBef>
              <a:spcAft>
                <a:spcPts val="0"/>
              </a:spcAft>
              <a:buClr>
                <a:schemeClr val="dk1"/>
              </a:buClr>
              <a:buSzPts val="6694"/>
              <a:buNone/>
              <a:defRPr b="1" sz="6694"/>
            </a:lvl2pPr>
            <a:lvl3pPr indent="-228600" lvl="2" marL="1371600" algn="l">
              <a:lnSpc>
                <a:spcPct val="90000"/>
              </a:lnSpc>
              <a:spcBef>
                <a:spcPts val="1673"/>
              </a:spcBef>
              <a:spcAft>
                <a:spcPts val="0"/>
              </a:spcAft>
              <a:buClr>
                <a:schemeClr val="dk1"/>
              </a:buClr>
              <a:buSzPts val="6025"/>
              <a:buNone/>
              <a:defRPr b="1" sz="6025"/>
            </a:lvl3pPr>
            <a:lvl4pPr indent="-228600" lvl="3" marL="1828800" algn="l">
              <a:lnSpc>
                <a:spcPct val="90000"/>
              </a:lnSpc>
              <a:spcBef>
                <a:spcPts val="1673"/>
              </a:spcBef>
              <a:spcAft>
                <a:spcPts val="0"/>
              </a:spcAft>
              <a:buClr>
                <a:schemeClr val="dk1"/>
              </a:buClr>
              <a:buSzPts val="5355"/>
              <a:buNone/>
              <a:defRPr b="1" sz="5355"/>
            </a:lvl4pPr>
            <a:lvl5pPr indent="-228600" lvl="4" marL="2286000" algn="l">
              <a:lnSpc>
                <a:spcPct val="90000"/>
              </a:lnSpc>
              <a:spcBef>
                <a:spcPts val="1673"/>
              </a:spcBef>
              <a:spcAft>
                <a:spcPts val="0"/>
              </a:spcAft>
              <a:buClr>
                <a:schemeClr val="dk1"/>
              </a:buClr>
              <a:buSzPts val="5355"/>
              <a:buNone/>
              <a:defRPr b="1" sz="5355"/>
            </a:lvl5pPr>
            <a:lvl6pPr indent="-228600" lvl="5" marL="2743200" algn="l">
              <a:lnSpc>
                <a:spcPct val="90000"/>
              </a:lnSpc>
              <a:spcBef>
                <a:spcPts val="1673"/>
              </a:spcBef>
              <a:spcAft>
                <a:spcPts val="0"/>
              </a:spcAft>
              <a:buClr>
                <a:schemeClr val="dk1"/>
              </a:buClr>
              <a:buSzPts val="5355"/>
              <a:buNone/>
              <a:defRPr b="1" sz="5355"/>
            </a:lvl6pPr>
            <a:lvl7pPr indent="-228600" lvl="6" marL="3200400" algn="l">
              <a:lnSpc>
                <a:spcPct val="90000"/>
              </a:lnSpc>
              <a:spcBef>
                <a:spcPts val="1673"/>
              </a:spcBef>
              <a:spcAft>
                <a:spcPts val="0"/>
              </a:spcAft>
              <a:buClr>
                <a:schemeClr val="dk1"/>
              </a:buClr>
              <a:buSzPts val="5355"/>
              <a:buNone/>
              <a:defRPr b="1" sz="5355"/>
            </a:lvl7pPr>
            <a:lvl8pPr indent="-228600" lvl="7" marL="3657600" algn="l">
              <a:lnSpc>
                <a:spcPct val="90000"/>
              </a:lnSpc>
              <a:spcBef>
                <a:spcPts val="1673"/>
              </a:spcBef>
              <a:spcAft>
                <a:spcPts val="0"/>
              </a:spcAft>
              <a:buClr>
                <a:schemeClr val="dk1"/>
              </a:buClr>
              <a:buSzPts val="5355"/>
              <a:buNone/>
              <a:defRPr b="1" sz="5355"/>
            </a:lvl8pPr>
            <a:lvl9pPr indent="-228600" lvl="8" marL="4114800" algn="l">
              <a:lnSpc>
                <a:spcPct val="90000"/>
              </a:lnSpc>
              <a:spcBef>
                <a:spcPts val="1673"/>
              </a:spcBef>
              <a:spcAft>
                <a:spcPts val="0"/>
              </a:spcAft>
              <a:buClr>
                <a:schemeClr val="dk1"/>
              </a:buClr>
              <a:buSzPts val="5355"/>
              <a:buNone/>
              <a:defRPr b="1" sz="5355"/>
            </a:lvl9pPr>
          </a:lstStyle>
          <a:p/>
        </p:txBody>
      </p:sp>
      <p:sp>
        <p:nvSpPr>
          <p:cNvPr id="41" name="Google Shape;41;p7"/>
          <p:cNvSpPr txBox="1"/>
          <p:nvPr>
            <p:ph idx="4" type="body"/>
          </p:nvPr>
        </p:nvSpPr>
        <p:spPr>
          <a:xfrm>
            <a:off x="15491581" y="18673243"/>
            <a:ext cx="13009262" cy="27465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334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67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67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67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67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67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67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67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67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0" type="dt"/>
          </p:nvPr>
        </p:nvSpPr>
        <p:spPr>
          <a:xfrm>
            <a:off x="2103795" y="47381308"/>
            <a:ext cx="6885146" cy="27217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1" type="ftr"/>
          </p:nvPr>
        </p:nvSpPr>
        <p:spPr>
          <a:xfrm>
            <a:off x="10136466" y="47381308"/>
            <a:ext cx="10327719" cy="27217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21611709" y="47381308"/>
            <a:ext cx="6885146" cy="27217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2103795" y="2721713"/>
            <a:ext cx="26393061" cy="98809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0" type="dt"/>
          </p:nvPr>
        </p:nvSpPr>
        <p:spPr>
          <a:xfrm>
            <a:off x="2103795" y="47381308"/>
            <a:ext cx="6885146" cy="27217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1" type="ftr"/>
          </p:nvPr>
        </p:nvSpPr>
        <p:spPr>
          <a:xfrm>
            <a:off x="10136466" y="47381308"/>
            <a:ext cx="10327719" cy="27217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12" type="sldNum"/>
          </p:nvPr>
        </p:nvSpPr>
        <p:spPr>
          <a:xfrm>
            <a:off x="21611709" y="47381308"/>
            <a:ext cx="6885146" cy="27217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idx="10" type="dt"/>
          </p:nvPr>
        </p:nvSpPr>
        <p:spPr>
          <a:xfrm>
            <a:off x="2103795" y="47381308"/>
            <a:ext cx="6885146" cy="27217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10136466" y="47381308"/>
            <a:ext cx="10327719" cy="27217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21611709" y="47381308"/>
            <a:ext cx="6885146" cy="27217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2107780" y="3408062"/>
            <a:ext cx="9869506" cy="119281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710"/>
              <a:buFont typeface="Calibri"/>
              <a:buNone/>
              <a:defRPr sz="1071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" type="body"/>
          </p:nvPr>
        </p:nvSpPr>
        <p:spPr>
          <a:xfrm>
            <a:off x="13009266" y="7360448"/>
            <a:ext cx="15491579" cy="363288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908685" lvl="0" marL="457200" algn="l">
              <a:lnSpc>
                <a:spcPct val="90000"/>
              </a:lnSpc>
              <a:spcBef>
                <a:spcPts val="3347"/>
              </a:spcBef>
              <a:spcAft>
                <a:spcPts val="0"/>
              </a:spcAft>
              <a:buClr>
                <a:schemeClr val="dk1"/>
              </a:buClr>
              <a:buSzPts val="10710"/>
              <a:buChar char="•"/>
              <a:defRPr sz="10710"/>
            </a:lvl1pPr>
            <a:lvl2pPr indent="-823722" lvl="1" marL="914400" algn="l">
              <a:lnSpc>
                <a:spcPct val="90000"/>
              </a:lnSpc>
              <a:spcBef>
                <a:spcPts val="1673"/>
              </a:spcBef>
              <a:spcAft>
                <a:spcPts val="0"/>
              </a:spcAft>
              <a:buClr>
                <a:schemeClr val="dk1"/>
              </a:buClr>
              <a:buSzPts val="9372"/>
              <a:buChar char="•"/>
              <a:defRPr sz="9372"/>
            </a:lvl2pPr>
            <a:lvl3pPr indent="-738695" lvl="2" marL="1371600" algn="l">
              <a:lnSpc>
                <a:spcPct val="90000"/>
              </a:lnSpc>
              <a:spcBef>
                <a:spcPts val="1673"/>
              </a:spcBef>
              <a:spcAft>
                <a:spcPts val="0"/>
              </a:spcAft>
              <a:buClr>
                <a:schemeClr val="dk1"/>
              </a:buClr>
              <a:buSzPts val="8033"/>
              <a:buChar char="•"/>
              <a:defRPr sz="8033"/>
            </a:lvl3pPr>
            <a:lvl4pPr indent="-653669" lvl="3" marL="1828800" algn="l">
              <a:lnSpc>
                <a:spcPct val="90000"/>
              </a:lnSpc>
              <a:spcBef>
                <a:spcPts val="1673"/>
              </a:spcBef>
              <a:spcAft>
                <a:spcPts val="0"/>
              </a:spcAft>
              <a:buClr>
                <a:schemeClr val="dk1"/>
              </a:buClr>
              <a:buSzPts val="6694"/>
              <a:buChar char="•"/>
              <a:defRPr sz="6694"/>
            </a:lvl4pPr>
            <a:lvl5pPr indent="-653669" lvl="4" marL="2286000" algn="l">
              <a:lnSpc>
                <a:spcPct val="90000"/>
              </a:lnSpc>
              <a:spcBef>
                <a:spcPts val="1673"/>
              </a:spcBef>
              <a:spcAft>
                <a:spcPts val="0"/>
              </a:spcAft>
              <a:buClr>
                <a:schemeClr val="dk1"/>
              </a:buClr>
              <a:buSzPts val="6694"/>
              <a:buChar char="•"/>
              <a:defRPr sz="6694"/>
            </a:lvl5pPr>
            <a:lvl6pPr indent="-653669" lvl="5" marL="2743200" algn="l">
              <a:lnSpc>
                <a:spcPct val="90000"/>
              </a:lnSpc>
              <a:spcBef>
                <a:spcPts val="1673"/>
              </a:spcBef>
              <a:spcAft>
                <a:spcPts val="0"/>
              </a:spcAft>
              <a:buClr>
                <a:schemeClr val="dk1"/>
              </a:buClr>
              <a:buSzPts val="6694"/>
              <a:buChar char="•"/>
              <a:defRPr sz="6694"/>
            </a:lvl6pPr>
            <a:lvl7pPr indent="-653669" lvl="6" marL="3200400" algn="l">
              <a:lnSpc>
                <a:spcPct val="90000"/>
              </a:lnSpc>
              <a:spcBef>
                <a:spcPts val="1673"/>
              </a:spcBef>
              <a:spcAft>
                <a:spcPts val="0"/>
              </a:spcAft>
              <a:buClr>
                <a:schemeClr val="dk1"/>
              </a:buClr>
              <a:buSzPts val="6694"/>
              <a:buChar char="•"/>
              <a:defRPr sz="6694"/>
            </a:lvl7pPr>
            <a:lvl8pPr indent="-653669" lvl="7" marL="3657600" algn="l">
              <a:lnSpc>
                <a:spcPct val="90000"/>
              </a:lnSpc>
              <a:spcBef>
                <a:spcPts val="1673"/>
              </a:spcBef>
              <a:spcAft>
                <a:spcPts val="0"/>
              </a:spcAft>
              <a:buClr>
                <a:schemeClr val="dk1"/>
              </a:buClr>
              <a:buSzPts val="6694"/>
              <a:buChar char="•"/>
              <a:defRPr sz="6694"/>
            </a:lvl8pPr>
            <a:lvl9pPr indent="-653669" lvl="8" marL="4114800" algn="l">
              <a:lnSpc>
                <a:spcPct val="90000"/>
              </a:lnSpc>
              <a:spcBef>
                <a:spcPts val="1673"/>
              </a:spcBef>
              <a:spcAft>
                <a:spcPts val="0"/>
              </a:spcAft>
              <a:buClr>
                <a:schemeClr val="dk1"/>
              </a:buClr>
              <a:buSzPts val="6694"/>
              <a:buChar char="•"/>
              <a:defRPr sz="6694"/>
            </a:lvl9pPr>
          </a:lstStyle>
          <a:p/>
        </p:txBody>
      </p:sp>
      <p:sp>
        <p:nvSpPr>
          <p:cNvPr id="57" name="Google Shape;57;p10"/>
          <p:cNvSpPr txBox="1"/>
          <p:nvPr>
            <p:ph idx="2" type="body"/>
          </p:nvPr>
        </p:nvSpPr>
        <p:spPr>
          <a:xfrm>
            <a:off x="2107780" y="15336219"/>
            <a:ext cx="9869506" cy="284122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3347"/>
              </a:spcBef>
              <a:spcAft>
                <a:spcPts val="0"/>
              </a:spcAft>
              <a:buClr>
                <a:schemeClr val="dk1"/>
              </a:buClr>
              <a:buSzPts val="5355"/>
              <a:buNone/>
              <a:defRPr sz="5355"/>
            </a:lvl1pPr>
            <a:lvl2pPr indent="-228600" lvl="1" marL="914400" algn="l">
              <a:lnSpc>
                <a:spcPct val="90000"/>
              </a:lnSpc>
              <a:spcBef>
                <a:spcPts val="1673"/>
              </a:spcBef>
              <a:spcAft>
                <a:spcPts val="0"/>
              </a:spcAft>
              <a:buClr>
                <a:schemeClr val="dk1"/>
              </a:buClr>
              <a:buSzPts val="4686"/>
              <a:buNone/>
              <a:defRPr sz="4686"/>
            </a:lvl2pPr>
            <a:lvl3pPr indent="-228600" lvl="2" marL="1371600" algn="l">
              <a:lnSpc>
                <a:spcPct val="90000"/>
              </a:lnSpc>
              <a:spcBef>
                <a:spcPts val="1673"/>
              </a:spcBef>
              <a:spcAft>
                <a:spcPts val="0"/>
              </a:spcAft>
              <a:buClr>
                <a:schemeClr val="dk1"/>
              </a:buClr>
              <a:buSzPts val="4016"/>
              <a:buNone/>
              <a:defRPr sz="4016"/>
            </a:lvl3pPr>
            <a:lvl4pPr indent="-228600" lvl="3" marL="1828800" algn="l">
              <a:lnSpc>
                <a:spcPct val="90000"/>
              </a:lnSpc>
              <a:spcBef>
                <a:spcPts val="1673"/>
              </a:spcBef>
              <a:spcAft>
                <a:spcPts val="0"/>
              </a:spcAft>
              <a:buClr>
                <a:schemeClr val="dk1"/>
              </a:buClr>
              <a:buSzPts val="3347"/>
              <a:buNone/>
              <a:defRPr sz="3347"/>
            </a:lvl4pPr>
            <a:lvl5pPr indent="-228600" lvl="4" marL="2286000" algn="l">
              <a:lnSpc>
                <a:spcPct val="90000"/>
              </a:lnSpc>
              <a:spcBef>
                <a:spcPts val="1673"/>
              </a:spcBef>
              <a:spcAft>
                <a:spcPts val="0"/>
              </a:spcAft>
              <a:buClr>
                <a:schemeClr val="dk1"/>
              </a:buClr>
              <a:buSzPts val="3347"/>
              <a:buNone/>
              <a:defRPr sz="3347"/>
            </a:lvl5pPr>
            <a:lvl6pPr indent="-228600" lvl="5" marL="2743200" algn="l">
              <a:lnSpc>
                <a:spcPct val="90000"/>
              </a:lnSpc>
              <a:spcBef>
                <a:spcPts val="1673"/>
              </a:spcBef>
              <a:spcAft>
                <a:spcPts val="0"/>
              </a:spcAft>
              <a:buClr>
                <a:schemeClr val="dk1"/>
              </a:buClr>
              <a:buSzPts val="3347"/>
              <a:buNone/>
              <a:defRPr sz="3347"/>
            </a:lvl6pPr>
            <a:lvl7pPr indent="-228600" lvl="6" marL="3200400" algn="l">
              <a:lnSpc>
                <a:spcPct val="90000"/>
              </a:lnSpc>
              <a:spcBef>
                <a:spcPts val="1673"/>
              </a:spcBef>
              <a:spcAft>
                <a:spcPts val="0"/>
              </a:spcAft>
              <a:buClr>
                <a:schemeClr val="dk1"/>
              </a:buClr>
              <a:buSzPts val="3347"/>
              <a:buNone/>
              <a:defRPr sz="3347"/>
            </a:lvl7pPr>
            <a:lvl8pPr indent="-228600" lvl="7" marL="3657600" algn="l">
              <a:lnSpc>
                <a:spcPct val="90000"/>
              </a:lnSpc>
              <a:spcBef>
                <a:spcPts val="1673"/>
              </a:spcBef>
              <a:spcAft>
                <a:spcPts val="0"/>
              </a:spcAft>
              <a:buClr>
                <a:schemeClr val="dk1"/>
              </a:buClr>
              <a:buSzPts val="3347"/>
              <a:buNone/>
              <a:defRPr sz="3347"/>
            </a:lvl8pPr>
            <a:lvl9pPr indent="-228600" lvl="8" marL="4114800" algn="l">
              <a:lnSpc>
                <a:spcPct val="90000"/>
              </a:lnSpc>
              <a:spcBef>
                <a:spcPts val="1673"/>
              </a:spcBef>
              <a:spcAft>
                <a:spcPts val="0"/>
              </a:spcAft>
              <a:buClr>
                <a:schemeClr val="dk1"/>
              </a:buClr>
              <a:buSzPts val="3347"/>
              <a:buNone/>
              <a:defRPr sz="3347"/>
            </a:lvl9pPr>
          </a:lstStyle>
          <a:p/>
        </p:txBody>
      </p:sp>
      <p:sp>
        <p:nvSpPr>
          <p:cNvPr id="58" name="Google Shape;58;p10"/>
          <p:cNvSpPr txBox="1"/>
          <p:nvPr>
            <p:ph idx="10" type="dt"/>
          </p:nvPr>
        </p:nvSpPr>
        <p:spPr>
          <a:xfrm>
            <a:off x="2103795" y="47381308"/>
            <a:ext cx="6885146" cy="27217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11" type="ftr"/>
          </p:nvPr>
        </p:nvSpPr>
        <p:spPr>
          <a:xfrm>
            <a:off x="10136466" y="47381308"/>
            <a:ext cx="10327719" cy="27217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2" type="sldNum"/>
          </p:nvPr>
        </p:nvSpPr>
        <p:spPr>
          <a:xfrm>
            <a:off x="21611709" y="47381308"/>
            <a:ext cx="6885146" cy="27217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title"/>
          </p:nvPr>
        </p:nvSpPr>
        <p:spPr>
          <a:xfrm>
            <a:off x="2107780" y="3408062"/>
            <a:ext cx="9869506" cy="119281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710"/>
              <a:buFont typeface="Calibri"/>
              <a:buNone/>
              <a:defRPr sz="1071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/>
          <p:nvPr>
            <p:ph idx="2" type="pic"/>
          </p:nvPr>
        </p:nvSpPr>
        <p:spPr>
          <a:xfrm>
            <a:off x="13009266" y="7360448"/>
            <a:ext cx="15491579" cy="36328812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2107780" y="15336219"/>
            <a:ext cx="9869506" cy="284122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3347"/>
              </a:spcBef>
              <a:spcAft>
                <a:spcPts val="0"/>
              </a:spcAft>
              <a:buClr>
                <a:schemeClr val="dk1"/>
              </a:buClr>
              <a:buSzPts val="5355"/>
              <a:buNone/>
              <a:defRPr sz="5355"/>
            </a:lvl1pPr>
            <a:lvl2pPr indent="-228600" lvl="1" marL="914400" algn="l">
              <a:lnSpc>
                <a:spcPct val="90000"/>
              </a:lnSpc>
              <a:spcBef>
                <a:spcPts val="1673"/>
              </a:spcBef>
              <a:spcAft>
                <a:spcPts val="0"/>
              </a:spcAft>
              <a:buClr>
                <a:schemeClr val="dk1"/>
              </a:buClr>
              <a:buSzPts val="4686"/>
              <a:buNone/>
              <a:defRPr sz="4686"/>
            </a:lvl2pPr>
            <a:lvl3pPr indent="-228600" lvl="2" marL="1371600" algn="l">
              <a:lnSpc>
                <a:spcPct val="90000"/>
              </a:lnSpc>
              <a:spcBef>
                <a:spcPts val="1673"/>
              </a:spcBef>
              <a:spcAft>
                <a:spcPts val="0"/>
              </a:spcAft>
              <a:buClr>
                <a:schemeClr val="dk1"/>
              </a:buClr>
              <a:buSzPts val="4016"/>
              <a:buNone/>
              <a:defRPr sz="4016"/>
            </a:lvl3pPr>
            <a:lvl4pPr indent="-228600" lvl="3" marL="1828800" algn="l">
              <a:lnSpc>
                <a:spcPct val="90000"/>
              </a:lnSpc>
              <a:spcBef>
                <a:spcPts val="1673"/>
              </a:spcBef>
              <a:spcAft>
                <a:spcPts val="0"/>
              </a:spcAft>
              <a:buClr>
                <a:schemeClr val="dk1"/>
              </a:buClr>
              <a:buSzPts val="3347"/>
              <a:buNone/>
              <a:defRPr sz="3347"/>
            </a:lvl4pPr>
            <a:lvl5pPr indent="-228600" lvl="4" marL="2286000" algn="l">
              <a:lnSpc>
                <a:spcPct val="90000"/>
              </a:lnSpc>
              <a:spcBef>
                <a:spcPts val="1673"/>
              </a:spcBef>
              <a:spcAft>
                <a:spcPts val="0"/>
              </a:spcAft>
              <a:buClr>
                <a:schemeClr val="dk1"/>
              </a:buClr>
              <a:buSzPts val="3347"/>
              <a:buNone/>
              <a:defRPr sz="3347"/>
            </a:lvl5pPr>
            <a:lvl6pPr indent="-228600" lvl="5" marL="2743200" algn="l">
              <a:lnSpc>
                <a:spcPct val="90000"/>
              </a:lnSpc>
              <a:spcBef>
                <a:spcPts val="1673"/>
              </a:spcBef>
              <a:spcAft>
                <a:spcPts val="0"/>
              </a:spcAft>
              <a:buClr>
                <a:schemeClr val="dk1"/>
              </a:buClr>
              <a:buSzPts val="3347"/>
              <a:buNone/>
              <a:defRPr sz="3347"/>
            </a:lvl6pPr>
            <a:lvl7pPr indent="-228600" lvl="6" marL="3200400" algn="l">
              <a:lnSpc>
                <a:spcPct val="90000"/>
              </a:lnSpc>
              <a:spcBef>
                <a:spcPts val="1673"/>
              </a:spcBef>
              <a:spcAft>
                <a:spcPts val="0"/>
              </a:spcAft>
              <a:buClr>
                <a:schemeClr val="dk1"/>
              </a:buClr>
              <a:buSzPts val="3347"/>
              <a:buNone/>
              <a:defRPr sz="3347"/>
            </a:lvl7pPr>
            <a:lvl8pPr indent="-228600" lvl="7" marL="3657600" algn="l">
              <a:lnSpc>
                <a:spcPct val="90000"/>
              </a:lnSpc>
              <a:spcBef>
                <a:spcPts val="1673"/>
              </a:spcBef>
              <a:spcAft>
                <a:spcPts val="0"/>
              </a:spcAft>
              <a:buClr>
                <a:schemeClr val="dk1"/>
              </a:buClr>
              <a:buSzPts val="3347"/>
              <a:buNone/>
              <a:defRPr sz="3347"/>
            </a:lvl8pPr>
            <a:lvl9pPr indent="-228600" lvl="8" marL="4114800" algn="l">
              <a:lnSpc>
                <a:spcPct val="90000"/>
              </a:lnSpc>
              <a:spcBef>
                <a:spcPts val="1673"/>
              </a:spcBef>
              <a:spcAft>
                <a:spcPts val="0"/>
              </a:spcAft>
              <a:buClr>
                <a:schemeClr val="dk1"/>
              </a:buClr>
              <a:buSzPts val="3347"/>
              <a:buNone/>
              <a:defRPr sz="3347"/>
            </a:lvl9pPr>
          </a:lstStyle>
          <a:p/>
        </p:txBody>
      </p:sp>
      <p:sp>
        <p:nvSpPr>
          <p:cNvPr id="65" name="Google Shape;65;p11"/>
          <p:cNvSpPr txBox="1"/>
          <p:nvPr>
            <p:ph idx="10" type="dt"/>
          </p:nvPr>
        </p:nvSpPr>
        <p:spPr>
          <a:xfrm>
            <a:off x="2103795" y="47381308"/>
            <a:ext cx="6885146" cy="27217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1" type="ftr"/>
          </p:nvPr>
        </p:nvSpPr>
        <p:spPr>
          <a:xfrm>
            <a:off x="10136466" y="47381308"/>
            <a:ext cx="10327719" cy="27217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21611709" y="47381308"/>
            <a:ext cx="6885146" cy="27217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/>
          <p:nvPr>
            <p:ph type="title"/>
          </p:nvPr>
        </p:nvSpPr>
        <p:spPr>
          <a:xfrm>
            <a:off x="2103795" y="2721713"/>
            <a:ext cx="26393061" cy="98809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 rot="5400000">
            <a:off x="-917473" y="16629781"/>
            <a:ext cx="32435596" cy="263930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334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67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67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67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67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67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67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67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67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0" type="dt"/>
          </p:nvPr>
        </p:nvSpPr>
        <p:spPr>
          <a:xfrm>
            <a:off x="2103795" y="47381308"/>
            <a:ext cx="6885146" cy="27217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1" type="ftr"/>
          </p:nvPr>
        </p:nvSpPr>
        <p:spPr>
          <a:xfrm>
            <a:off x="10136466" y="47381308"/>
            <a:ext cx="10327719" cy="27217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2" type="sldNum"/>
          </p:nvPr>
        </p:nvSpPr>
        <p:spPr>
          <a:xfrm>
            <a:off x="21611709" y="47381308"/>
            <a:ext cx="6885146" cy="27217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type="title"/>
          </p:nvPr>
        </p:nvSpPr>
        <p:spPr>
          <a:xfrm rot="5400000">
            <a:off x="3536526" y="21083774"/>
            <a:ext cx="43322406" cy="65982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" type="body"/>
          </p:nvPr>
        </p:nvSpPr>
        <p:spPr>
          <a:xfrm rot="5400000">
            <a:off x="-9851258" y="14676763"/>
            <a:ext cx="43322406" cy="19412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334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67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67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67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67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67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67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67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67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0" type="dt"/>
          </p:nvPr>
        </p:nvSpPr>
        <p:spPr>
          <a:xfrm>
            <a:off x="2103795" y="47381308"/>
            <a:ext cx="6885146" cy="27217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10136466" y="47381308"/>
            <a:ext cx="10327719" cy="27217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2" type="sldNum"/>
          </p:nvPr>
        </p:nvSpPr>
        <p:spPr>
          <a:xfrm>
            <a:off x="21611709" y="47381308"/>
            <a:ext cx="6885146" cy="27217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2103795" y="2721713"/>
            <a:ext cx="26393061" cy="98809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727"/>
              <a:buFont typeface="Calibri"/>
              <a:buNone/>
              <a:defRPr b="0" i="0" sz="1472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2103795" y="13608513"/>
            <a:ext cx="26393061" cy="324355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823722" lvl="0" marL="457200" marR="0" rtl="0" algn="l">
              <a:lnSpc>
                <a:spcPct val="90000"/>
              </a:lnSpc>
              <a:spcBef>
                <a:spcPts val="3347"/>
              </a:spcBef>
              <a:spcAft>
                <a:spcPts val="0"/>
              </a:spcAft>
              <a:buClr>
                <a:schemeClr val="dk1"/>
              </a:buClr>
              <a:buSzPts val="9372"/>
              <a:buFont typeface="Arial"/>
              <a:buChar char="•"/>
              <a:defRPr b="0" i="0" sz="937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738695" lvl="1" marL="914400" marR="0" rtl="0" algn="l">
              <a:lnSpc>
                <a:spcPct val="90000"/>
              </a:lnSpc>
              <a:spcBef>
                <a:spcPts val="1673"/>
              </a:spcBef>
              <a:spcAft>
                <a:spcPts val="0"/>
              </a:spcAft>
              <a:buClr>
                <a:schemeClr val="dk1"/>
              </a:buClr>
              <a:buSzPts val="8033"/>
              <a:buFont typeface="Arial"/>
              <a:buChar char="•"/>
              <a:defRPr b="0" i="0" sz="80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653669" lvl="2" marL="1371600" marR="0" rtl="0" algn="l">
              <a:lnSpc>
                <a:spcPct val="90000"/>
              </a:lnSpc>
              <a:spcBef>
                <a:spcPts val="1673"/>
              </a:spcBef>
              <a:spcAft>
                <a:spcPts val="0"/>
              </a:spcAft>
              <a:buClr>
                <a:schemeClr val="dk1"/>
              </a:buClr>
              <a:buSzPts val="6694"/>
              <a:buFont typeface="Arial"/>
              <a:buChar char="•"/>
              <a:defRPr b="0" i="0" sz="669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611187" lvl="3" marL="1828800" marR="0" rtl="0" algn="l">
              <a:lnSpc>
                <a:spcPct val="90000"/>
              </a:lnSpc>
              <a:spcBef>
                <a:spcPts val="1673"/>
              </a:spcBef>
              <a:spcAft>
                <a:spcPts val="0"/>
              </a:spcAft>
              <a:buClr>
                <a:schemeClr val="dk1"/>
              </a:buClr>
              <a:buSzPts val="6025"/>
              <a:buFont typeface="Arial"/>
              <a:buChar char="•"/>
              <a:defRPr b="0" i="0" sz="602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611187" lvl="4" marL="2286000" marR="0" rtl="0" algn="l">
              <a:lnSpc>
                <a:spcPct val="90000"/>
              </a:lnSpc>
              <a:spcBef>
                <a:spcPts val="1673"/>
              </a:spcBef>
              <a:spcAft>
                <a:spcPts val="0"/>
              </a:spcAft>
              <a:buClr>
                <a:schemeClr val="dk1"/>
              </a:buClr>
              <a:buSzPts val="6025"/>
              <a:buFont typeface="Arial"/>
              <a:buChar char="•"/>
              <a:defRPr b="0" i="0" sz="602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611187" lvl="5" marL="2743200" marR="0" rtl="0" algn="l">
              <a:lnSpc>
                <a:spcPct val="90000"/>
              </a:lnSpc>
              <a:spcBef>
                <a:spcPts val="1673"/>
              </a:spcBef>
              <a:spcAft>
                <a:spcPts val="0"/>
              </a:spcAft>
              <a:buClr>
                <a:schemeClr val="dk1"/>
              </a:buClr>
              <a:buSzPts val="6025"/>
              <a:buFont typeface="Arial"/>
              <a:buChar char="•"/>
              <a:defRPr b="0" i="0" sz="602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611187" lvl="6" marL="3200400" marR="0" rtl="0" algn="l">
              <a:lnSpc>
                <a:spcPct val="90000"/>
              </a:lnSpc>
              <a:spcBef>
                <a:spcPts val="1673"/>
              </a:spcBef>
              <a:spcAft>
                <a:spcPts val="0"/>
              </a:spcAft>
              <a:buClr>
                <a:schemeClr val="dk1"/>
              </a:buClr>
              <a:buSzPts val="6025"/>
              <a:buFont typeface="Arial"/>
              <a:buChar char="•"/>
              <a:defRPr b="0" i="0" sz="602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611187" lvl="7" marL="3657600" marR="0" rtl="0" algn="l">
              <a:lnSpc>
                <a:spcPct val="90000"/>
              </a:lnSpc>
              <a:spcBef>
                <a:spcPts val="1673"/>
              </a:spcBef>
              <a:spcAft>
                <a:spcPts val="0"/>
              </a:spcAft>
              <a:buClr>
                <a:schemeClr val="dk1"/>
              </a:buClr>
              <a:buSzPts val="6025"/>
              <a:buFont typeface="Arial"/>
              <a:buChar char="•"/>
              <a:defRPr b="0" i="0" sz="602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611187" lvl="8" marL="4114800" marR="0" rtl="0" algn="l">
              <a:lnSpc>
                <a:spcPct val="90000"/>
              </a:lnSpc>
              <a:spcBef>
                <a:spcPts val="1673"/>
              </a:spcBef>
              <a:spcAft>
                <a:spcPts val="0"/>
              </a:spcAft>
              <a:buClr>
                <a:schemeClr val="dk1"/>
              </a:buClr>
              <a:buSzPts val="6025"/>
              <a:buFont typeface="Arial"/>
              <a:buChar char="•"/>
              <a:defRPr b="0" i="0" sz="602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0" type="dt"/>
          </p:nvPr>
        </p:nvSpPr>
        <p:spPr>
          <a:xfrm>
            <a:off x="2103795" y="47381308"/>
            <a:ext cx="6885146" cy="27217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16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72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72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72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72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72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72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72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72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11" type="ftr"/>
          </p:nvPr>
        </p:nvSpPr>
        <p:spPr>
          <a:xfrm>
            <a:off x="10136466" y="47381308"/>
            <a:ext cx="10327719" cy="27217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16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72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72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72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72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72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72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72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72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21611709" y="47381308"/>
            <a:ext cx="6885146" cy="27217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4016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4016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4016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4016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4016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4016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4016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4016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4016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2295050" y="5836159"/>
            <a:ext cx="26010600" cy="40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82"/>
              <a:buFont typeface="Calibri"/>
              <a:buNone/>
            </a:pPr>
            <a:r>
              <a:rPr b="1" lang="es-ES" sz="10000">
                <a:solidFill>
                  <a:srgbClr val="6F8C9B"/>
                </a:solidFill>
                <a:latin typeface="Alegreya Sans"/>
                <a:ea typeface="Alegreya Sans"/>
                <a:cs typeface="Alegreya Sans"/>
                <a:sym typeface="Alegreya Sans"/>
              </a:rPr>
              <a:t>Eficacia de las Intervenciones de Reanimación</a:t>
            </a:r>
            <a:endParaRPr b="1" sz="10000">
              <a:solidFill>
                <a:srgbClr val="6F8C9B"/>
              </a:solidFill>
              <a:latin typeface="Alegreya Sans"/>
              <a:ea typeface="Alegreya Sans"/>
              <a:cs typeface="Alegreya Sans"/>
              <a:sym typeface="Alegreya Sans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82"/>
              <a:buFont typeface="Calibri"/>
              <a:buNone/>
            </a:pPr>
            <a:r>
              <a:rPr b="1" lang="es-ES" sz="10000">
                <a:solidFill>
                  <a:srgbClr val="6F8C9B"/>
                </a:solidFill>
                <a:latin typeface="Alegreya Sans"/>
                <a:ea typeface="Alegreya Sans"/>
                <a:cs typeface="Alegreya Sans"/>
                <a:sym typeface="Alegreya Sans"/>
              </a:rPr>
              <a:t>Cardiopulmonar Extrahospitalaria según el</a:t>
            </a:r>
            <a:endParaRPr b="1" sz="10000">
              <a:solidFill>
                <a:srgbClr val="6F8C9B"/>
              </a:solidFill>
              <a:latin typeface="Alegreya Sans"/>
              <a:ea typeface="Alegreya Sans"/>
              <a:cs typeface="Alegreya Sans"/>
              <a:sym typeface="Alegreya Sans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82"/>
              <a:buFont typeface="Calibri"/>
              <a:buNone/>
            </a:pPr>
            <a:r>
              <a:rPr b="1" lang="es-ES" sz="10000">
                <a:solidFill>
                  <a:srgbClr val="6F8C9B"/>
                </a:solidFill>
                <a:latin typeface="Alegreya Sans"/>
                <a:ea typeface="Alegreya Sans"/>
                <a:cs typeface="Alegreya Sans"/>
                <a:sym typeface="Alegreya Sans"/>
              </a:rPr>
              <a:t>Tipo de Reanimador</a:t>
            </a:r>
            <a:endParaRPr b="1" sz="10000">
              <a:solidFill>
                <a:srgbClr val="6F8C9B"/>
              </a:solidFill>
              <a:latin typeface="Alegreya Sans"/>
              <a:ea typeface="Alegreya Sans"/>
              <a:cs typeface="Alegreya Sans"/>
              <a:sym typeface="Alegreya Sans"/>
            </a:endParaRPr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2295175" y="10300911"/>
            <a:ext cx="26010600" cy="16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33"/>
              <a:buNone/>
            </a:pPr>
            <a:r>
              <a:rPr i="1" lang="es-ES" sz="5000">
                <a:solidFill>
                  <a:srgbClr val="1D2857"/>
                </a:solidFill>
                <a:latin typeface="Alegreya Sans"/>
                <a:ea typeface="Alegreya Sans"/>
                <a:cs typeface="Alegreya Sans"/>
                <a:sym typeface="Alegreya Sans"/>
              </a:rPr>
              <a:t>Muñoz Condés, María del Rosario;  Rosa Zazo, Miguel;  Córcoba Fernández, Óscar;  Usón Sanabria, Paula; Belda Martínez, Lorena; García-Avadillo Arias, David.</a:t>
            </a:r>
            <a:endParaRPr i="1" sz="5000">
              <a:solidFill>
                <a:srgbClr val="1D2857"/>
              </a:solidFill>
              <a:latin typeface="Alegreya Sans"/>
              <a:ea typeface="Alegreya Sans"/>
              <a:cs typeface="Alegreya Sans"/>
              <a:sym typeface="Alegreya San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33"/>
              <a:buNone/>
            </a:pPr>
            <a:r>
              <a:t/>
            </a:r>
            <a:endParaRPr i="1" sz="5000">
              <a:solidFill>
                <a:srgbClr val="1D2857"/>
              </a:solidFill>
              <a:latin typeface="Alegreya Sans"/>
              <a:ea typeface="Alegreya Sans"/>
              <a:cs typeface="Alegreya Sans"/>
              <a:sym typeface="Alegreya Sans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1761775" y="13623074"/>
            <a:ext cx="27486900" cy="24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5000">
                <a:solidFill>
                  <a:srgbClr val="1D2857"/>
                </a:solidFill>
                <a:latin typeface="Alegreya Sans"/>
                <a:ea typeface="Alegreya Sans"/>
                <a:cs typeface="Alegreya Sans"/>
                <a:sym typeface="Alegreya Sans"/>
              </a:rPr>
              <a:t>Este estudio busca cuantificar el impacto relativo en la recuperación del pulso espontáneo (ROSC) y supervivencia neurológica en pacientes que han sufrido una parada cardiaca extrahospitalaria entre grupos de personal entrenado, no entrenado y guiado transtelefónicamente.</a:t>
            </a:r>
            <a:endParaRPr sz="5000">
              <a:solidFill>
                <a:srgbClr val="1D2857"/>
              </a:solidFill>
              <a:latin typeface="Alegreya Sans"/>
              <a:ea typeface="Alegreya Sans"/>
              <a:cs typeface="Alegreya Sans"/>
              <a:sym typeface="Alegreya Sans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1739575" y="42087300"/>
            <a:ext cx="27121800" cy="30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5000">
                <a:solidFill>
                  <a:srgbClr val="1D2857"/>
                </a:solidFill>
                <a:latin typeface="Alegreya Sans"/>
                <a:ea typeface="Alegreya Sans"/>
                <a:cs typeface="Alegreya Sans"/>
                <a:sym typeface="Alegreya Sans"/>
              </a:rPr>
              <a:t>Cualquier forma de </a:t>
            </a:r>
            <a:r>
              <a:rPr b="1" lang="es-ES" sz="5000">
                <a:solidFill>
                  <a:srgbClr val="1D2857"/>
                </a:solidFill>
                <a:latin typeface="Alegreya Sans"/>
                <a:ea typeface="Alegreya Sans"/>
                <a:cs typeface="Alegreya Sans"/>
                <a:sym typeface="Alegreya Sans"/>
              </a:rPr>
              <a:t>RCP inicial mejora los resultados </a:t>
            </a:r>
            <a:r>
              <a:rPr lang="es-ES" sz="5000">
                <a:solidFill>
                  <a:srgbClr val="1D2857"/>
                </a:solidFill>
                <a:latin typeface="Alegreya Sans"/>
                <a:ea typeface="Alegreya Sans"/>
                <a:cs typeface="Alegreya Sans"/>
                <a:sym typeface="Alegreya Sans"/>
              </a:rPr>
              <a:t>comparado con no recibir reanimación. Esto evidencia la importancia de una formación a la ciudadanía y unos protocolos de asistencia telefónica definidos. El ritmo desfibrilable inicial constituye el mejor predictor de buen pronóstico, seguido del tipo de reanimador y características temporales del evento.</a:t>
            </a:r>
            <a:endParaRPr sz="5000">
              <a:solidFill>
                <a:srgbClr val="1D2857"/>
              </a:solidFill>
              <a:latin typeface="Alegreya Sans"/>
              <a:ea typeface="Alegreya Sans"/>
              <a:cs typeface="Alegreya Sans"/>
              <a:sym typeface="Alegreya Sans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1761775" y="40309038"/>
            <a:ext cx="99720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9000">
                <a:solidFill>
                  <a:srgbClr val="F28E51"/>
                </a:solidFill>
                <a:latin typeface="Alegreya Sans"/>
                <a:ea typeface="Alegreya Sans"/>
                <a:cs typeface="Alegreya Sans"/>
                <a:sym typeface="Alegreya Sans"/>
              </a:rPr>
              <a:t>Conclusiones</a:t>
            </a:r>
            <a:endParaRPr b="1" sz="9000">
              <a:solidFill>
                <a:srgbClr val="F28E51"/>
              </a:solidFill>
              <a:latin typeface="Alegreya Sans"/>
              <a:ea typeface="Alegreya Sans"/>
              <a:cs typeface="Alegreya Sans"/>
              <a:sym typeface="Alegreya Sans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16767350" y="18762013"/>
            <a:ext cx="12280500" cy="77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5000">
                <a:solidFill>
                  <a:srgbClr val="1D2857"/>
                </a:solidFill>
                <a:latin typeface="Alegreya Sans"/>
                <a:ea typeface="Alegreya Sans"/>
                <a:cs typeface="Alegreya Sans"/>
                <a:sym typeface="Alegreya Sans"/>
              </a:rPr>
              <a:t>Se analizaron ROSC y la supervivencia neurológica mediante análisis de chi-cuadrado y regresión logística.</a:t>
            </a:r>
            <a:endParaRPr sz="5000">
              <a:solidFill>
                <a:srgbClr val="1D2857"/>
              </a:solidFill>
              <a:latin typeface="Alegreya Sans"/>
              <a:ea typeface="Alegreya Sans"/>
              <a:cs typeface="Alegreya Sans"/>
              <a:sym typeface="Alegreya Sans"/>
            </a:endParaRPr>
          </a:p>
          <a:p>
            <a:pPr indent="45720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1D2857"/>
              </a:solidFill>
              <a:latin typeface="Alegreya Sans"/>
              <a:ea typeface="Alegreya Sans"/>
              <a:cs typeface="Alegreya Sans"/>
              <a:sym typeface="Alegreya Sans"/>
            </a:endParaRPr>
          </a:p>
          <a:p>
            <a:pPr indent="45720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5000">
                <a:solidFill>
                  <a:srgbClr val="1D2857"/>
                </a:solidFill>
                <a:latin typeface="Alegreya Sans"/>
                <a:ea typeface="Alegreya Sans"/>
                <a:cs typeface="Alegreya Sans"/>
                <a:sym typeface="Alegreya Sans"/>
              </a:rPr>
              <a:t>La tasa global de </a:t>
            </a:r>
            <a:r>
              <a:rPr b="1" lang="es-ES" sz="5000">
                <a:solidFill>
                  <a:srgbClr val="1D2857"/>
                </a:solidFill>
                <a:latin typeface="Alegreya Sans"/>
                <a:ea typeface="Alegreya Sans"/>
                <a:cs typeface="Alegreya Sans"/>
                <a:sym typeface="Alegreya Sans"/>
              </a:rPr>
              <a:t>ROSC</a:t>
            </a:r>
            <a:r>
              <a:rPr lang="es-ES" sz="5000">
                <a:solidFill>
                  <a:srgbClr val="1D2857"/>
                </a:solidFill>
                <a:latin typeface="Alegreya Sans"/>
                <a:ea typeface="Alegreya Sans"/>
                <a:cs typeface="Alegreya Sans"/>
                <a:sym typeface="Alegreya Sans"/>
              </a:rPr>
              <a:t> fue </a:t>
            </a:r>
            <a:r>
              <a:rPr b="1" lang="es-ES" sz="5000">
                <a:solidFill>
                  <a:srgbClr val="1D2857"/>
                </a:solidFill>
                <a:latin typeface="Alegreya Sans"/>
                <a:ea typeface="Alegreya Sans"/>
                <a:cs typeface="Alegreya Sans"/>
                <a:sym typeface="Alegreya Sans"/>
              </a:rPr>
              <a:t>60.4%</a:t>
            </a:r>
            <a:r>
              <a:rPr lang="es-ES" sz="5000">
                <a:solidFill>
                  <a:srgbClr val="1D2857"/>
                </a:solidFill>
                <a:latin typeface="Alegreya Sans"/>
                <a:ea typeface="Alegreya Sans"/>
                <a:cs typeface="Alegreya Sans"/>
                <a:sym typeface="Alegreya Sans"/>
              </a:rPr>
              <a:t> y </a:t>
            </a:r>
            <a:r>
              <a:rPr b="1" lang="es-ES" sz="5000">
                <a:solidFill>
                  <a:srgbClr val="1D2857"/>
                </a:solidFill>
                <a:latin typeface="Alegreya Sans"/>
                <a:ea typeface="Alegreya Sans"/>
                <a:cs typeface="Alegreya Sans"/>
                <a:sym typeface="Alegreya Sans"/>
              </a:rPr>
              <a:t>supervivencia neurológicamente</a:t>
            </a:r>
            <a:r>
              <a:rPr lang="es-ES" sz="5000">
                <a:solidFill>
                  <a:srgbClr val="1D2857"/>
                </a:solidFill>
                <a:latin typeface="Alegreya Sans"/>
                <a:ea typeface="Alegreya Sans"/>
                <a:cs typeface="Alegreya Sans"/>
                <a:sym typeface="Alegreya Sans"/>
              </a:rPr>
              <a:t> favorable </a:t>
            </a:r>
            <a:r>
              <a:rPr b="1" lang="es-ES" sz="5000">
                <a:solidFill>
                  <a:srgbClr val="1D2857"/>
                </a:solidFill>
                <a:latin typeface="Alegreya Sans"/>
                <a:ea typeface="Alegreya Sans"/>
                <a:cs typeface="Alegreya Sans"/>
                <a:sym typeface="Alegreya Sans"/>
              </a:rPr>
              <a:t>22.2%.</a:t>
            </a:r>
            <a:r>
              <a:rPr lang="es-ES" sz="5000">
                <a:solidFill>
                  <a:srgbClr val="1D2857"/>
                </a:solidFill>
                <a:latin typeface="Alegreya Sans"/>
                <a:ea typeface="Alegreya Sans"/>
                <a:cs typeface="Alegreya Sans"/>
                <a:sym typeface="Alegreya Sans"/>
              </a:rPr>
              <a:t> </a:t>
            </a:r>
            <a:endParaRPr sz="5000">
              <a:solidFill>
                <a:srgbClr val="1D2857"/>
              </a:solidFill>
              <a:latin typeface="Alegreya Sans"/>
              <a:ea typeface="Alegreya Sans"/>
              <a:cs typeface="Alegreya Sans"/>
              <a:sym typeface="Alegreya Sans"/>
            </a:endParaRPr>
          </a:p>
          <a:p>
            <a:pPr indent="45720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1D2857"/>
              </a:solidFill>
              <a:latin typeface="Alegreya Sans"/>
              <a:ea typeface="Alegreya Sans"/>
              <a:cs typeface="Alegreya Sans"/>
              <a:sym typeface="Alegreya Sans"/>
            </a:endParaRPr>
          </a:p>
          <a:p>
            <a:pPr indent="45720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5000">
                <a:solidFill>
                  <a:srgbClr val="1D2857"/>
                </a:solidFill>
                <a:latin typeface="Alegreya Sans"/>
                <a:ea typeface="Alegreya Sans"/>
                <a:cs typeface="Alegreya Sans"/>
                <a:sym typeface="Alegreya Sans"/>
              </a:rPr>
              <a:t>Los ritmos desfibrilables mostraron supervivencia neurológica del 45.0% versus 7.4% en no desfibrilables (p&lt;0.001).</a:t>
            </a:r>
            <a:endParaRPr sz="5000">
              <a:solidFill>
                <a:srgbClr val="1D2857"/>
              </a:solidFill>
              <a:latin typeface="Alegreya Sans"/>
              <a:ea typeface="Alegreya Sans"/>
              <a:cs typeface="Alegreya Sans"/>
              <a:sym typeface="Alegreya Sans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16968200" y="17169017"/>
            <a:ext cx="99720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9000">
                <a:solidFill>
                  <a:srgbClr val="F28E51"/>
                </a:solidFill>
                <a:latin typeface="Alegreya Sans"/>
                <a:ea typeface="Alegreya Sans"/>
                <a:cs typeface="Alegreya Sans"/>
                <a:sym typeface="Alegreya Sans"/>
              </a:rPr>
              <a:t>Resultados</a:t>
            </a:r>
            <a:endParaRPr b="1" sz="9000">
              <a:solidFill>
                <a:srgbClr val="073763"/>
              </a:solidFill>
              <a:latin typeface="Alegreya Sans"/>
              <a:ea typeface="Alegreya Sans"/>
              <a:cs typeface="Alegreya Sans"/>
              <a:sym typeface="Alegreya Sans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1761771" y="18762027"/>
            <a:ext cx="12468300" cy="9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5000">
                <a:solidFill>
                  <a:srgbClr val="1D2857"/>
                </a:solidFill>
                <a:latin typeface="Alegreya Sans"/>
                <a:ea typeface="Alegreya Sans"/>
                <a:cs typeface="Alegreya Sans"/>
                <a:sym typeface="Alegreya Sans"/>
              </a:rPr>
              <a:t>Este es un estudio observacional retrospectivo que incluye 500 casos</a:t>
            </a:r>
            <a:r>
              <a:rPr lang="es-ES" sz="5000">
                <a:solidFill>
                  <a:srgbClr val="1D2857"/>
                </a:solidFill>
                <a:latin typeface="Alegreya Sans"/>
                <a:ea typeface="Alegreya Sans"/>
                <a:cs typeface="Alegreya Sans"/>
                <a:sym typeface="Alegreya Sans"/>
              </a:rPr>
              <a:t> clínicos </a:t>
            </a:r>
            <a:r>
              <a:rPr lang="es-ES" sz="5000">
                <a:solidFill>
                  <a:srgbClr val="1D2857"/>
                </a:solidFill>
                <a:latin typeface="Alegreya Sans"/>
                <a:ea typeface="Alegreya Sans"/>
                <a:cs typeface="Alegreya Sans"/>
                <a:sym typeface="Alegreya Sans"/>
              </a:rPr>
              <a:t>de parada cardiorrespiratoria atendidos por SAMUR-PC, descartando menores de 18 años, pacientes traumáticos y fallecidos de evolución prolongada. </a:t>
            </a:r>
            <a:endParaRPr sz="5000">
              <a:solidFill>
                <a:srgbClr val="1D2857"/>
              </a:solidFill>
              <a:latin typeface="Alegreya Sans"/>
              <a:ea typeface="Alegreya Sans"/>
              <a:cs typeface="Alegreya Sans"/>
              <a:sym typeface="Alegreya Sans"/>
            </a:endParaRPr>
          </a:p>
          <a:p>
            <a:pPr indent="45720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1D2857"/>
              </a:solidFill>
              <a:latin typeface="Alegreya Sans"/>
              <a:ea typeface="Alegreya Sans"/>
              <a:cs typeface="Alegreya Sans"/>
              <a:sym typeface="Alegreya San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5000">
                <a:solidFill>
                  <a:srgbClr val="1D2857"/>
                </a:solidFill>
                <a:latin typeface="Alegreya Sans"/>
                <a:ea typeface="Alegreya Sans"/>
                <a:cs typeface="Alegreya Sans"/>
                <a:sym typeface="Alegreya Sans"/>
              </a:rPr>
              <a:t>Los casos se clasificaron en cinco grupos:</a:t>
            </a:r>
            <a:endParaRPr sz="5000">
              <a:solidFill>
                <a:srgbClr val="1D2857"/>
              </a:solidFill>
              <a:latin typeface="Alegreya Sans"/>
              <a:ea typeface="Alegreya Sans"/>
              <a:cs typeface="Alegreya Sans"/>
              <a:sym typeface="Alegreya Sans"/>
            </a:endParaRPr>
          </a:p>
          <a:p>
            <a:pPr indent="-546100" lvl="0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28E51"/>
              </a:buClr>
              <a:buSzPts val="5000"/>
              <a:buFont typeface="Alegreya Sans"/>
              <a:buAutoNum type="arabicPeriod"/>
            </a:pPr>
            <a:r>
              <a:rPr b="1" lang="es-ES" sz="5000">
                <a:solidFill>
                  <a:srgbClr val="1D2857"/>
                </a:solidFill>
                <a:latin typeface="Alegreya Sans"/>
                <a:ea typeface="Alegreya Sans"/>
                <a:cs typeface="Alegreya Sans"/>
                <a:sym typeface="Alegreya Sans"/>
              </a:rPr>
              <a:t>Sin</a:t>
            </a:r>
            <a:r>
              <a:rPr lang="es-ES" sz="5000">
                <a:solidFill>
                  <a:srgbClr val="1D2857"/>
                </a:solidFill>
                <a:latin typeface="Alegreya Sans"/>
                <a:ea typeface="Alegreya Sans"/>
                <a:cs typeface="Alegreya Sans"/>
                <a:sym typeface="Alegreya Sans"/>
              </a:rPr>
              <a:t> reanimación cardiopulmonar (</a:t>
            </a:r>
            <a:r>
              <a:rPr b="1" lang="es-ES" sz="5000">
                <a:solidFill>
                  <a:srgbClr val="1D2857"/>
                </a:solidFill>
                <a:latin typeface="Alegreya Sans"/>
                <a:ea typeface="Alegreya Sans"/>
                <a:cs typeface="Alegreya Sans"/>
                <a:sym typeface="Alegreya Sans"/>
              </a:rPr>
              <a:t>RCP</a:t>
            </a:r>
            <a:r>
              <a:rPr lang="es-ES" sz="5000">
                <a:solidFill>
                  <a:srgbClr val="1D2857"/>
                </a:solidFill>
                <a:latin typeface="Alegreya Sans"/>
                <a:ea typeface="Alegreya Sans"/>
                <a:cs typeface="Alegreya Sans"/>
                <a:sym typeface="Alegreya Sans"/>
              </a:rPr>
              <a:t>).</a:t>
            </a:r>
            <a:endParaRPr sz="5000">
              <a:solidFill>
                <a:srgbClr val="1D2857"/>
              </a:solidFill>
              <a:latin typeface="Alegreya Sans"/>
              <a:ea typeface="Alegreya Sans"/>
              <a:cs typeface="Alegreya Sans"/>
              <a:sym typeface="Alegreya Sans"/>
            </a:endParaRPr>
          </a:p>
          <a:p>
            <a:pPr indent="-546100" lvl="0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28E51"/>
              </a:buClr>
              <a:buSzPts val="5000"/>
              <a:buFont typeface="Alegreya Sans"/>
              <a:buAutoNum type="arabicPeriod"/>
            </a:pPr>
            <a:r>
              <a:rPr lang="es-ES" sz="5000">
                <a:solidFill>
                  <a:srgbClr val="1D2857"/>
                </a:solidFill>
                <a:latin typeface="Alegreya Sans"/>
                <a:ea typeface="Alegreya Sans"/>
                <a:cs typeface="Alegreya Sans"/>
                <a:sym typeface="Alegreya Sans"/>
              </a:rPr>
              <a:t>RCP por </a:t>
            </a:r>
            <a:r>
              <a:rPr b="1" lang="es-ES" sz="5000">
                <a:solidFill>
                  <a:srgbClr val="1D2857"/>
                </a:solidFill>
                <a:latin typeface="Alegreya Sans"/>
                <a:ea typeface="Alegreya Sans"/>
                <a:cs typeface="Alegreya Sans"/>
                <a:sym typeface="Alegreya Sans"/>
              </a:rPr>
              <a:t>legos sin</a:t>
            </a:r>
            <a:r>
              <a:rPr lang="es-ES" sz="5000">
                <a:solidFill>
                  <a:srgbClr val="1D2857"/>
                </a:solidFill>
                <a:latin typeface="Alegreya Sans"/>
                <a:ea typeface="Alegreya Sans"/>
                <a:cs typeface="Alegreya Sans"/>
                <a:sym typeface="Alegreya Sans"/>
              </a:rPr>
              <a:t> asistencia </a:t>
            </a:r>
            <a:r>
              <a:rPr b="1" lang="es-ES" sz="5000">
                <a:solidFill>
                  <a:srgbClr val="1D2857"/>
                </a:solidFill>
                <a:latin typeface="Alegreya Sans"/>
                <a:ea typeface="Alegreya Sans"/>
                <a:cs typeface="Alegreya Sans"/>
                <a:sym typeface="Alegreya Sans"/>
              </a:rPr>
              <a:t>transtelefónica</a:t>
            </a:r>
            <a:r>
              <a:rPr lang="es-ES" sz="5000">
                <a:solidFill>
                  <a:srgbClr val="1D2857"/>
                </a:solidFill>
                <a:latin typeface="Alegreya Sans"/>
                <a:ea typeface="Alegreya Sans"/>
                <a:cs typeface="Alegreya Sans"/>
                <a:sym typeface="Alegreya Sans"/>
              </a:rPr>
              <a:t>.</a:t>
            </a:r>
            <a:endParaRPr sz="5000">
              <a:solidFill>
                <a:srgbClr val="1D2857"/>
              </a:solidFill>
              <a:latin typeface="Alegreya Sans"/>
              <a:ea typeface="Alegreya Sans"/>
              <a:cs typeface="Alegreya Sans"/>
              <a:sym typeface="Alegreya Sans"/>
            </a:endParaRPr>
          </a:p>
          <a:p>
            <a:pPr indent="-546100" lvl="0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28E51"/>
              </a:buClr>
              <a:buSzPts val="5000"/>
              <a:buFont typeface="Alegreya Sans"/>
              <a:buAutoNum type="arabicPeriod"/>
            </a:pPr>
            <a:r>
              <a:rPr lang="es-ES" sz="5000">
                <a:solidFill>
                  <a:srgbClr val="1D2857"/>
                </a:solidFill>
                <a:latin typeface="Alegreya Sans"/>
                <a:ea typeface="Alegreya Sans"/>
                <a:cs typeface="Alegreya Sans"/>
                <a:sym typeface="Alegreya Sans"/>
              </a:rPr>
              <a:t>RCP por </a:t>
            </a:r>
            <a:r>
              <a:rPr b="1" lang="es-ES" sz="5000">
                <a:solidFill>
                  <a:srgbClr val="1D2857"/>
                </a:solidFill>
                <a:latin typeface="Alegreya Sans"/>
                <a:ea typeface="Alegreya Sans"/>
                <a:cs typeface="Alegreya Sans"/>
                <a:sym typeface="Alegreya Sans"/>
              </a:rPr>
              <a:t>legos</a:t>
            </a:r>
            <a:r>
              <a:rPr lang="es-ES" sz="5000">
                <a:solidFill>
                  <a:srgbClr val="1D2857"/>
                </a:solidFill>
                <a:latin typeface="Alegreya Sans"/>
                <a:ea typeface="Alegreya Sans"/>
                <a:cs typeface="Alegreya Sans"/>
                <a:sym typeface="Alegreya Sans"/>
              </a:rPr>
              <a:t> </a:t>
            </a:r>
            <a:r>
              <a:rPr b="1" lang="es-ES" sz="5000">
                <a:solidFill>
                  <a:srgbClr val="1D2857"/>
                </a:solidFill>
                <a:latin typeface="Alegreya Sans"/>
                <a:ea typeface="Alegreya Sans"/>
                <a:cs typeface="Alegreya Sans"/>
                <a:sym typeface="Alegreya Sans"/>
              </a:rPr>
              <a:t>con </a:t>
            </a:r>
            <a:r>
              <a:rPr lang="es-ES" sz="5000">
                <a:solidFill>
                  <a:srgbClr val="1D2857"/>
                </a:solidFill>
                <a:latin typeface="Alegreya Sans"/>
                <a:ea typeface="Alegreya Sans"/>
                <a:cs typeface="Alegreya Sans"/>
                <a:sym typeface="Alegreya Sans"/>
              </a:rPr>
              <a:t> asistencia </a:t>
            </a:r>
            <a:r>
              <a:rPr b="1" lang="es-ES" sz="5000">
                <a:solidFill>
                  <a:srgbClr val="1D2857"/>
                </a:solidFill>
                <a:latin typeface="Alegreya Sans"/>
                <a:ea typeface="Alegreya Sans"/>
                <a:cs typeface="Alegreya Sans"/>
                <a:sym typeface="Alegreya Sans"/>
              </a:rPr>
              <a:t>transtelefónica</a:t>
            </a:r>
            <a:r>
              <a:rPr lang="es-ES" sz="5000">
                <a:solidFill>
                  <a:srgbClr val="1D2857"/>
                </a:solidFill>
                <a:latin typeface="Alegreya Sans"/>
                <a:ea typeface="Alegreya Sans"/>
                <a:cs typeface="Alegreya Sans"/>
                <a:sym typeface="Alegreya Sans"/>
              </a:rPr>
              <a:t>.</a:t>
            </a:r>
            <a:endParaRPr sz="5000">
              <a:solidFill>
                <a:srgbClr val="1D2857"/>
              </a:solidFill>
              <a:latin typeface="Alegreya Sans"/>
              <a:ea typeface="Alegreya Sans"/>
              <a:cs typeface="Alegreya Sans"/>
              <a:sym typeface="Alegreya Sans"/>
            </a:endParaRPr>
          </a:p>
          <a:p>
            <a:pPr indent="-546100" lvl="0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28E51"/>
              </a:buClr>
              <a:buSzPts val="5000"/>
              <a:buFont typeface="Alegreya Sans"/>
              <a:buAutoNum type="arabicPeriod"/>
            </a:pPr>
            <a:r>
              <a:rPr lang="es-ES" sz="5000">
                <a:solidFill>
                  <a:srgbClr val="1D2857"/>
                </a:solidFill>
                <a:latin typeface="Alegreya Sans"/>
                <a:ea typeface="Alegreya Sans"/>
                <a:cs typeface="Alegreya Sans"/>
                <a:sym typeface="Alegreya Sans"/>
              </a:rPr>
              <a:t>RCP realizada por </a:t>
            </a:r>
            <a:r>
              <a:rPr b="1" lang="es-ES" sz="5000">
                <a:solidFill>
                  <a:srgbClr val="1D2857"/>
                </a:solidFill>
                <a:latin typeface="Alegreya Sans"/>
                <a:ea typeface="Alegreya Sans"/>
                <a:cs typeface="Alegreya Sans"/>
                <a:sym typeface="Alegreya Sans"/>
              </a:rPr>
              <a:t>sanitarios</a:t>
            </a:r>
            <a:r>
              <a:rPr lang="es-ES" sz="5000">
                <a:solidFill>
                  <a:srgbClr val="1D2857"/>
                </a:solidFill>
                <a:latin typeface="Alegreya Sans"/>
                <a:ea typeface="Alegreya Sans"/>
                <a:cs typeface="Alegreya Sans"/>
                <a:sym typeface="Alegreya Sans"/>
              </a:rPr>
              <a:t>.</a:t>
            </a:r>
            <a:endParaRPr sz="5000">
              <a:solidFill>
                <a:srgbClr val="1D2857"/>
              </a:solidFill>
              <a:latin typeface="Alegreya Sans"/>
              <a:ea typeface="Alegreya Sans"/>
              <a:cs typeface="Alegreya Sans"/>
              <a:sym typeface="Alegreya Sans"/>
            </a:endParaRPr>
          </a:p>
          <a:p>
            <a:pPr indent="-546100" lvl="0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28E51"/>
              </a:buClr>
              <a:buSzPts val="5000"/>
              <a:buFont typeface="Alegreya Sans"/>
              <a:buAutoNum type="arabicPeriod"/>
            </a:pPr>
            <a:r>
              <a:rPr lang="es-ES" sz="5000">
                <a:solidFill>
                  <a:srgbClr val="1D2857"/>
                </a:solidFill>
                <a:latin typeface="Alegreya Sans"/>
                <a:ea typeface="Alegreya Sans"/>
                <a:cs typeface="Alegreya Sans"/>
                <a:sym typeface="Alegreya Sans"/>
              </a:rPr>
              <a:t>RCP realizada por </a:t>
            </a:r>
            <a:r>
              <a:rPr b="1" lang="es-ES" sz="5000">
                <a:solidFill>
                  <a:srgbClr val="1D2857"/>
                </a:solidFill>
                <a:latin typeface="Alegreya Sans"/>
                <a:ea typeface="Alegreya Sans"/>
                <a:cs typeface="Alegreya Sans"/>
                <a:sym typeface="Alegreya Sans"/>
              </a:rPr>
              <a:t>bomberos/policías</a:t>
            </a:r>
            <a:r>
              <a:rPr lang="es-ES" sz="5000">
                <a:solidFill>
                  <a:srgbClr val="1D2857"/>
                </a:solidFill>
                <a:latin typeface="Alegreya Sans"/>
                <a:ea typeface="Alegreya Sans"/>
                <a:cs typeface="Alegreya Sans"/>
                <a:sym typeface="Alegreya Sans"/>
              </a:rPr>
              <a:t>. </a:t>
            </a:r>
            <a:endParaRPr sz="5000">
              <a:solidFill>
                <a:srgbClr val="1D2857"/>
              </a:solidFill>
              <a:latin typeface="Alegreya Sans"/>
              <a:ea typeface="Alegreya Sans"/>
              <a:cs typeface="Alegreya Sans"/>
              <a:sym typeface="Alegreya Sans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1761763" y="17145913"/>
            <a:ext cx="99720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9300">
                <a:solidFill>
                  <a:srgbClr val="F28E51"/>
                </a:solidFill>
                <a:latin typeface="Alegreya Sans"/>
                <a:ea typeface="Alegreya Sans"/>
                <a:cs typeface="Alegreya Sans"/>
                <a:sym typeface="Alegreya Sans"/>
              </a:rPr>
              <a:t>Metodología</a:t>
            </a:r>
            <a:endParaRPr sz="9300">
              <a:solidFill>
                <a:srgbClr val="073763"/>
              </a:solidFill>
              <a:latin typeface="Alegreya Sans"/>
              <a:ea typeface="Alegreya Sans"/>
              <a:cs typeface="Alegreya Sans"/>
              <a:sym typeface="Alegreya Sans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12279500" y="11884230"/>
            <a:ext cx="60417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s-ES" sz="5000">
                <a:solidFill>
                  <a:srgbClr val="1D2857"/>
                </a:solidFill>
                <a:latin typeface="Alegreya Sans Medium"/>
                <a:ea typeface="Alegreya Sans Medium"/>
                <a:cs typeface="Alegreya Sans Medium"/>
                <a:sym typeface="Alegreya Sans Medium"/>
              </a:rPr>
              <a:t>SAMUR - Protección Civil</a:t>
            </a:r>
            <a:endParaRPr i="1" sz="5000">
              <a:solidFill>
                <a:srgbClr val="1D2857"/>
              </a:solidFill>
              <a:latin typeface="Alegreya Sans Medium"/>
              <a:ea typeface="Alegreya Sans Medium"/>
              <a:cs typeface="Alegreya Sans Medium"/>
              <a:sym typeface="Alegreya Sans Medium"/>
            </a:endParaRPr>
          </a:p>
        </p:txBody>
      </p:sp>
      <p:pic>
        <p:nvPicPr>
          <p:cNvPr id="94" name="Google Shape;94;p1" title="fae38c37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52804" y="29327263"/>
            <a:ext cx="27495040" cy="10189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Tema de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2025-10-09T06:47:48Z</dcterms:created>
  <dc:creator>Escobar Tellez, Miguel Angel</dc:creator>
</cp:coreProperties>
</file>